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EC2 Guided Learning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Formal Use Case Proposal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Formal use case guide for EC2 guided website</a:t>
            </a:r>
          </a:p>
          <a:p>
            <a:pPr lvl="0"/>
            <a:r>
              <a:rPr/>
              <a:t>Audience: non-developers and developers</a:t>
            </a:r>
          </a:p>
          <a:p>
            <a:pPr lvl="0"/>
            <a:r>
              <a:rPr/>
              <a:t>Focus: guided steps, progress tracking, live support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Standardize EC2 execution flow</a:t>
            </a:r>
          </a:p>
          <a:p>
            <a:pPr lvl="0"/>
            <a:r>
              <a:rPr/>
              <a:t>Reduce participant confusion</a:t>
            </a:r>
          </a:p>
          <a:p>
            <a:pPr lvl="0"/>
            <a:r>
              <a:rPr/>
              <a:t>Keep all groups synchronized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Presenter Website</a:t>
            </a:r>
          </a:p>
          <a:p>
            <a:pPr lvl="0"/>
            <a:r>
              <a:rPr/>
              <a:t>Controls step sequence</a:t>
            </a:r>
          </a:p>
          <a:p>
            <a:pPr lvl="0"/>
            <a:r>
              <a:rPr/>
              <a:t>Tracks user and group progress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User Website</a:t>
            </a:r>
          </a:p>
          <a:p>
            <a:pPr lvl="0"/>
            <a:r>
              <a:rPr/>
              <a:t>Shows step instruction</a:t>
            </a:r>
          </a:p>
          <a:p>
            <a:pPr lvl="0"/>
            <a:r>
              <a:rPr/>
              <a:t>Highlights AWS target UI</a:t>
            </a:r>
          </a:p>
          <a:p>
            <a:pPr lvl="0"/>
            <a:r>
              <a:rPr/>
              <a:t>Shows pacing vs other groups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Usher Website</a:t>
            </a:r>
          </a:p>
          <a:p>
            <a:pPr lvl="0"/>
            <a:r>
              <a:rPr/>
              <a:t>Receives help request queue</a:t>
            </a:r>
          </a:p>
          <a:p>
            <a:pPr lvl="0"/>
            <a:r>
              <a:rPr/>
              <a:t>Shows user + blocked step context</a:t>
            </a:r>
          </a:p>
          <a:p>
            <a:pPr lvl="0"/>
            <a:r>
              <a:rPr/>
              <a:t>Marks concerns resolved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UI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Presenter UI</a:t>
            </a:r>
          </a:p>
          <a:p>
            <a:pPr lvl="0" indent="-342900" marL="342900">
              <a:buAutoNum type="arabicPeriod"/>
            </a:pPr>
            <a:r>
              <a:rPr/>
              <a:t>Step list panel</a:t>
            </a:r>
          </a:p>
          <a:p>
            <a:pPr lvl="0" indent="-342900" marL="342900">
              <a:buAutoNum type="arabicPeriod"/>
            </a:pPr>
            <a:r>
              <a:rPr/>
              <a:t>Current step panel</a:t>
            </a:r>
          </a:p>
          <a:p>
            <a:pPr lvl="0" indent="-342900" marL="342900">
              <a:buAutoNum type="arabicPeriod"/>
            </a:pPr>
            <a:r>
              <a:rPr/>
              <a:t>Advance control</a:t>
            </a:r>
          </a:p>
          <a:p>
            <a:pPr lvl="0" indent="-342900" marL="342900">
              <a:buAutoNum type="arabicPeriod"/>
            </a:pPr>
            <a:r>
              <a:rPr/>
              <a:t>Progress board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User UI</a:t>
            </a:r>
          </a:p>
          <a:p>
            <a:pPr lvl="0" indent="-342900" marL="342900">
              <a:buAutoNum type="arabicPeriod"/>
            </a:pPr>
            <a:r>
              <a:rPr/>
              <a:t>Instruction card</a:t>
            </a:r>
          </a:p>
          <a:p>
            <a:pPr lvl="0" indent="-342900" marL="342900">
              <a:buAutoNum type="arabicPeriod"/>
            </a:pPr>
            <a:r>
              <a:rPr/>
              <a:t>Highlight marker</a:t>
            </a:r>
          </a:p>
          <a:p>
            <a:pPr lvl="0" indent="-342900" marL="342900">
              <a:buAutoNum type="arabicPeriod"/>
            </a:pPr>
            <a:r>
              <a:rPr/>
              <a:t>Progress status</a:t>
            </a:r>
          </a:p>
          <a:p>
            <a:pPr lvl="0" indent="-342900" marL="342900">
              <a:buAutoNum type="arabicPeriod"/>
            </a:pPr>
            <a:r>
              <a:rPr/>
              <a:t>Group pacing indicator</a:t>
            </a:r>
          </a:p>
          <a:p>
            <a:pPr lvl="0" indent="-342900" marL="342900">
              <a:buAutoNum type="arabicPeriod"/>
            </a:pPr>
            <a:r>
              <a:rPr/>
              <a:t>Help button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Usher UI</a:t>
            </a:r>
          </a:p>
          <a:p>
            <a:pPr lvl="0" indent="-342900" marL="342900">
              <a:buAutoNum type="arabicPeriod"/>
            </a:pPr>
            <a:r>
              <a:rPr/>
              <a:t>Help queue</a:t>
            </a:r>
          </a:p>
          <a:p>
            <a:pPr lvl="0" indent="-342900" marL="342900">
              <a:buAutoNum type="arabicPeriod"/>
            </a:pPr>
            <a:r>
              <a:rPr/>
              <a:t>Concern context</a:t>
            </a:r>
          </a:p>
          <a:p>
            <a:pPr lvl="0" indent="-342900" marL="342900">
              <a:buAutoNum type="arabicPeriod"/>
            </a:pPr>
            <a:r>
              <a:rPr/>
              <a:t>Resolve action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Website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Presenter starts session</a:t>
            </a:r>
          </a:p>
          <a:p>
            <a:pPr lvl="0" indent="-342900" marL="342900">
              <a:buAutoNum type="arabicPeriod"/>
            </a:pPr>
            <a:r>
              <a:rPr/>
              <a:t>Users connect to user website</a:t>
            </a:r>
          </a:p>
          <a:p>
            <a:pPr lvl="0" indent="-342900" marL="342900">
              <a:buAutoNum type="arabicPeriod"/>
            </a:pPr>
            <a:r>
              <a:rPr/>
              <a:t>Step is broadcast to all</a:t>
            </a:r>
          </a:p>
          <a:p>
            <a:pPr lvl="0" indent="-342900" marL="342900">
              <a:buAutoNum type="arabicPeriod"/>
            </a:pPr>
            <a:r>
              <a:rPr/>
              <a:t>AWS target is highlighted</a:t>
            </a:r>
          </a:p>
          <a:p>
            <a:pPr lvl="0" indent="-342900" marL="342900">
              <a:buAutoNum type="arabicPeriod"/>
            </a:pPr>
            <a:r>
              <a:rPr/>
              <a:t>Users perform EC2 action</a:t>
            </a:r>
          </a:p>
          <a:p>
            <a:pPr lvl="0" indent="-342900" marL="342900">
              <a:buAutoNum type="arabicPeriod"/>
            </a:pPr>
            <a:r>
              <a:rPr/>
              <a:t>Users see if they are behind/aligned/ahead</a:t>
            </a:r>
          </a:p>
          <a:p>
            <a:pPr lvl="0" indent="-342900" marL="342900">
              <a:buAutoNum type="arabicPeriod"/>
            </a:pPr>
            <a:r>
              <a:rPr/>
              <a:t>Blocked user clicks Help</a:t>
            </a:r>
          </a:p>
          <a:p>
            <a:pPr lvl="0" indent="-342900" marL="342900">
              <a:buAutoNum type="arabicPeriod"/>
            </a:pPr>
            <a:r>
              <a:rPr/>
              <a:t>Usher receives exact user + step</a:t>
            </a:r>
          </a:p>
          <a:p>
            <a:pPr lvl="0" indent="-342900" marL="342900">
              <a:buAutoNum type="arabicPeriod"/>
            </a:pPr>
            <a:r>
              <a:rPr/>
              <a:t>Usher approaches and assists</a:t>
            </a:r>
          </a:p>
          <a:p>
            <a:pPr lvl="0" indent="-342900" marL="342900">
              <a:buAutoNum type="arabicPeriod"/>
            </a:pPr>
            <a:r>
              <a:rPr/>
              <a:t>Usher marks resolved</a:t>
            </a:r>
          </a:p>
          <a:p>
            <a:pPr lvl="0" indent="-342900" marL="342900">
              <a:buAutoNum type="arabicPeriod"/>
            </a:pPr>
            <a:r>
              <a:rPr/>
              <a:t>Presenter advances next step</a:t>
            </a:r>
          </a:p>
          <a:p>
            <a:pPr lvl="0" indent="-342900" marL="342900">
              <a:buAutoNum type="arabicPeriod"/>
            </a:pPr>
            <a:r>
              <a:rPr/>
              <a:t>Repeat until completion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Usher Behavior (User Perspective)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User clicks Help in UI</a:t>
            </a:r>
          </a:p>
          <a:p>
            <a:pPr lvl="0"/>
            <a:r>
              <a:rPr/>
              <a:t>System informs usher where to go</a:t>
            </a:r>
          </a:p>
          <a:p>
            <a:pPr lvl="0"/>
            <a:r>
              <a:rPr/>
              <a:t>Usher assists the correct participant</a:t>
            </a:r>
          </a:p>
          <a:p>
            <a:pPr lvl="0"/>
            <a:r>
              <a:rPr/>
              <a:t>Request is resolved and tracking updates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Non-Developer</a:t>
            </a:r>
          </a:p>
          <a:p>
            <a:pPr lvl="0"/>
            <a:r>
              <a:rPr/>
              <a:t>Follow instructions and highlights</a:t>
            </a:r>
          </a:p>
          <a:p>
            <a:pPr lvl="0"/>
            <a:r>
              <a:rPr/>
              <a:t>Ask help when needed</a:t>
            </a:r>
          </a:p>
          <a:p>
            <a:pPr lvl="0"/>
            <a:r>
              <a:rPr/>
              <a:t>Keep pace with class/groups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Developer/Facilitator</a:t>
            </a:r>
          </a:p>
          <a:p>
            <a:pPr lvl="0"/>
            <a:r>
              <a:rPr/>
              <a:t>Run guided sequence</a:t>
            </a:r>
          </a:p>
          <a:p>
            <a:pPr lvl="0"/>
            <a:r>
              <a:rPr/>
              <a:t>Monitor pacing and blockers</a:t>
            </a:r>
          </a:p>
          <a:p>
            <a:pPr lvl="0"/>
            <a:r>
              <a:rPr/>
              <a:t>Coordinate usher support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Steps completed in order</a:t>
            </a:r>
          </a:p>
          <a:p>
            <a:pPr lvl="0"/>
            <a:r>
              <a:rPr/>
              <a:t>Progress is visible and reliable</a:t>
            </a:r>
          </a:p>
          <a:p>
            <a:pPr lvl="0"/>
            <a:r>
              <a:rPr/>
              <a:t>Help requests are resolved quickly</a:t>
            </a:r>
          </a:p>
          <a:p>
            <a:pPr lvl="0"/>
            <a:r>
              <a:rPr/>
              <a:t>Most users complete EC2 flow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EC2 Guided Learning System</a:t>
            </a:r>
          </a:p>
          <a:p>
            <a:pPr lvl="0" indent="0" marL="0">
              <a:buNone/>
            </a:pPr>
            <a:r>
              <a:rPr/>
              <a:t>Formal Use Case Proposal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EC2 Guided Learning System</dc:title>
  <dc:creator/>
  <cp:keywords/>
  <dcterms:created xsi:type="dcterms:W3CDTF">2026-04-28T09:55:38Z</dcterms:created>
  <dcterms:modified xsi:type="dcterms:W3CDTF">2026-04-28T09:55:38Z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Formal Use Case Proposal</vt:lpwstr>
  </property>
</Properties>
</file>